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Title for Title Slide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Sample Title for Title Slide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Title for Title and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Automatically generated content</a:t>
            </a:r>
          </a:p>
          <a:p/>
          <a:p>
            <a:r>
              <a:t>• Bullet point 1 - Sample text</a:t>
            </a:r>
          </a:p>
          <a:p>
            <a:r>
              <a:t>• Bullet point 2 - More sample text</a:t>
            </a:r>
          </a:p>
          <a:p>
            <a:r>
              <a:t>• Bullet point 3 - Additional content</a:t>
            </a:r>
          </a:p>
          <a:p>
            <a:r>
              <a:t>• Bullet point 4 - Final point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Title for 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Automatically generated content</a:t>
            </a:r>
          </a:p>
          <a:p/>
          <a:p>
            <a:r>
              <a:t>• Bullet point 1 - Sample text</a:t>
            </a:r>
          </a:p>
          <a:p>
            <a:r>
              <a:t>• Bullet point 2 - More sample text</a:t>
            </a:r>
          </a:p>
          <a:p>
            <a:r>
              <a:t>• Bullet point 3 - Additional content</a:t>
            </a:r>
          </a:p>
          <a:p>
            <a:r>
              <a:t>• Bullet point 4 - Final point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Title for Two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Automatically generated content</a:t>
            </a:r>
          </a:p>
          <a:p/>
          <a:p>
            <a:r>
              <a:t>• Bullet point 1 - Sample text</a:t>
            </a:r>
          </a:p>
          <a:p>
            <a:r>
              <a:t>• Bullet point 2 - More sample text</a:t>
            </a:r>
          </a:p>
          <a:p>
            <a:r>
              <a:t>• Bullet point 3 - Additional content</a:t>
            </a:r>
          </a:p>
          <a:p>
            <a:r>
              <a:t>• Bullet point 4 - Final point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Automatically generated content</a:t>
            </a:r>
          </a:p>
          <a:p/>
          <a:p>
            <a:r>
              <a:t>• Bullet point 1 - Sample text</a:t>
            </a:r>
          </a:p>
          <a:p>
            <a:r>
              <a:t>• Bullet point 2 - More sample text</a:t>
            </a:r>
          </a:p>
          <a:p>
            <a:r>
              <a:t>• Bullet point 3 - Additional content</a:t>
            </a:r>
          </a:p>
          <a:p>
            <a:r>
              <a:t>• Bullet point 4 - Final point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Title for Comparison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Automatically generated content</a:t>
            </a:r>
          </a:p>
          <a:p/>
          <a:p>
            <a:r>
              <a:t>• Bullet point 1 - Sample text</a:t>
            </a:r>
          </a:p>
          <a:p>
            <a:r>
              <a:t>• Bullet point 2 - More sample text</a:t>
            </a:r>
          </a:p>
          <a:p>
            <a:r>
              <a:t>• Bullet point 3 - Additional content</a:t>
            </a:r>
          </a:p>
          <a:p>
            <a:r>
              <a:t>• Bullet point 4 - Final point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Automatically generated content</a:t>
            </a:r>
          </a:p>
          <a:p/>
          <a:p>
            <a:r>
              <a:t>• Bullet point 1 - Sample text</a:t>
            </a:r>
          </a:p>
          <a:p>
            <a:r>
              <a:t>• Bullet point 2 - More sample text</a:t>
            </a:r>
          </a:p>
          <a:p>
            <a:r>
              <a:t>• Bullet point 3 - Additional content</a:t>
            </a:r>
          </a:p>
          <a:p>
            <a:r>
              <a:t>• Bullet point 4 - Final point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Automatically generated content</a:t>
            </a:r>
          </a:p>
          <a:p/>
          <a:p>
            <a:r>
              <a:t>• Bullet point 1 - Sample text</a:t>
            </a:r>
          </a:p>
          <a:p>
            <a:r>
              <a:t>• Bullet point 2 - More sample text</a:t>
            </a:r>
          </a:p>
          <a:p>
            <a:r>
              <a:t>• Bullet point 3 - Additional content</a:t>
            </a:r>
          </a:p>
          <a:p>
            <a:r>
              <a:t>• Bullet point 4 - Final point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r>
              <a:t>Automatically generated content</a:t>
            </a:r>
          </a:p>
          <a:p/>
          <a:p>
            <a:r>
              <a:t>• Bullet point 1 - Sample text</a:t>
            </a:r>
          </a:p>
          <a:p>
            <a:r>
              <a:t>• Bullet point 2 - More sample text</a:t>
            </a:r>
          </a:p>
          <a:p>
            <a:r>
              <a:t>• Bullet point 3 - Additional content</a:t>
            </a:r>
          </a:p>
          <a:p>
            <a:r>
              <a:t>• Bullet point 4 - Final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