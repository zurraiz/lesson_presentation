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Python-PPTX Template Explorer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Different Slide Layouts and Features</a:t>
            </a:r>
          </a:p>
          <a:p>
            <a:r>
              <a:t>Generated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main content area</a:t>
            </a:r>
          </a:p>
          <a:p>
            <a:pPr/>
            <a:r>
              <a:t>First bullet point - placeholder text</a:t>
            </a:r>
          </a:p>
          <a:p>
            <a:pPr lvl="1"/>
            <a:r>
              <a:t>Second bullet point - more placeholder content</a:t>
            </a:r>
          </a:p>
          <a:p>
            <a:pPr lvl="2"/>
            <a:r>
              <a:t>Third bullet point - nested content</a:t>
            </a:r>
          </a:p>
          <a:p>
            <a:pPr/>
            <a:r>
              <a:t>Fourth bullet point - back to main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layout is great for dividing your presentation into sections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 Content</a:t>
            </a:r>
          </a:p>
          <a:p>
            <a:r>
              <a:t>Placeholder bullet 1</a:t>
            </a:r>
          </a:p>
          <a:p>
            <a:r>
              <a:t>Placeholder bullet 2</a:t>
            </a:r>
          </a:p>
          <a:p>
            <a:r>
              <a:t>Placeholder bullet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 Content</a:t>
            </a:r>
          </a:p>
          <a:p>
            <a:r>
              <a:t>Placeholder item A</a:t>
            </a:r>
          </a:p>
          <a:p>
            <a:r>
              <a:t>Placeholder item B</a:t>
            </a:r>
          </a:p>
          <a:p>
            <a:r>
              <a:t>Placeholder item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</a:t>
            </a:r>
          </a:p>
          <a:p>
            <a:r>
              <a:t>• Feature 1</a:t>
            </a:r>
          </a:p>
          <a:p>
            <a:r>
              <a:t>• Feature 2</a:t>
            </a:r>
          </a:p>
          <a:p>
            <a:r>
              <a:t>• Feature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Option B</a:t>
            </a:r>
          </a:p>
          <a:p>
            <a:r>
              <a:t>• Feature X</a:t>
            </a:r>
          </a:p>
          <a:p>
            <a:r>
              <a:t>• Feature Y</a:t>
            </a:r>
          </a:p>
          <a:p>
            <a:r>
              <a:t>• Feature Z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This layout gives you a blank canvas below the title.</a:t>
            </a:r>
          </a:p>
          <a:p>
            <a:r>
              <a:t>You can add custom shapes, text boxes, and images anywhere you want.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Blank Layout - Completely Customizable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blank layout where you have full control.</a:t>
            </a:r>
          </a:p>
          <a:p/>
          <a:p>
            <a:r>
              <a:t>You can add:</a:t>
            </a:r>
          </a:p>
          <a:p>
            <a:r>
              <a:t>• Text boxes (like this one)</a:t>
            </a:r>
          </a:p>
          <a:p>
            <a:r>
              <a:t>• Shapes (rectangles, circles, etc.)</a:t>
            </a:r>
          </a:p>
          <a:p>
            <a:r>
              <a:t>• Images (placeholder images)</a:t>
            </a:r>
          </a:p>
          <a:p>
            <a:r>
              <a:t>• Charts and tables</a:t>
            </a:r>
          </a:p>
          <a:p>
            <a:r>
              <a:t>• And position them anywhere!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Shapes and Formatting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13716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Placeholder</a:t>
            </a:r>
          </a:p>
          <a:p>
            <a:r>
              <a:t>Box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828800"/>
            <a:ext cx="1828800" cy="13716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Placeholder</a:t>
            </a:r>
          </a:p>
          <a:p>
            <a:r>
              <a:t>Box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1828800" cy="1371600"/>
          </a:xfrm>
          <a:prstGeom prst="rect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Placeholder</a:t>
            </a:r>
          </a:p>
          <a:p>
            <a:r>
              <a:t>Box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4572000" cy="914400"/>
          </a:xfrm>
          <a:prstGeom prst="round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Rounded Rectangle - Placeholder for important note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Placeholders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2286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[Image Placeholder 1]</a:t>
            </a:r>
          </a:p>
          <a:p/>
          <a:p>
            <a:r>
              <a:t>You can insert images here</a:t>
            </a:r>
          </a:p>
          <a:p>
            <a:r>
              <a:t>using add_picture()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2743200" cy="2286000"/>
          </a:xfrm>
          <a:prstGeom prst="rect">
            <a:avLst/>
          </a:prstGeom>
          <a:solidFill>
            <a:srgbClr val="DCDCDC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[Image Placeholder 2]</a:t>
            </a:r>
          </a:p>
          <a:p/>
          <a:p>
            <a:r>
              <a:t>You can insert images here</a:t>
            </a:r>
          </a:p>
          <a:p>
            <a:r>
              <a:t>using add_picture()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Python-PPTX Capabilities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we've explored:</a:t>
            </a:r>
          </a:p>
          <a:p>
            <a:pPr/>
            <a:r>
              <a:t>Multiple built-in slide layouts (Title, Content, Section Header, etc.)</a:t>
            </a:r>
          </a:p>
          <a:p>
            <a:pPr/>
            <a:r>
              <a:t>Text formatting with fonts, sizes, colors, and alignment</a:t>
            </a:r>
          </a:p>
          <a:p>
            <a:pPr/>
            <a:r>
              <a:t>Bullet points and nested lists</a:t>
            </a:r>
          </a:p>
          <a:p>
            <a:pPr/>
            <a:r>
              <a:t>Custom text boxes and positioning</a:t>
            </a:r>
          </a:p>
          <a:p>
            <a:pPr/>
            <a:r>
              <a:t>Shapes (rectangles, rounded rectangles, and more)</a:t>
            </a:r>
          </a:p>
          <a:p>
            <a:pPr/>
            <a:r>
              <a:t>Color customization (fill colors, text colors)</a:t>
            </a:r>
          </a:p>
          <a:p>
            <a:pPr/>
            <a:r>
              <a:t>Placeholders for images and content</a:t>
            </a:r>
          </a:p>
          <a:p>
            <a:pPr/>
            <a:r>
              <a:t>Full layout customization on blank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